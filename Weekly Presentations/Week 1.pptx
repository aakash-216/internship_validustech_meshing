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4" r:id="rId4"/>
    <p:sldId id="257" r:id="rId5"/>
    <p:sldId id="258" r:id="rId6"/>
    <p:sldId id="262" r:id="rId7"/>
    <p:sldId id="259" r:id="rId8"/>
    <p:sldId id="260" r:id="rId9"/>
    <p:sldId id="261"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1330" y="3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3AEB-1631-9671-4483-1D1F061C3F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65ECDBD-50F4-199F-71D8-DBE10C5CBD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CF0F93F-98D5-5F68-82A1-78C8C0FB83FA}"/>
              </a:ext>
            </a:extLst>
          </p:cNvPr>
          <p:cNvSpPr>
            <a:spLocks noGrp="1"/>
          </p:cNvSpPr>
          <p:nvPr>
            <p:ph type="dt" sz="half" idx="10"/>
          </p:nvPr>
        </p:nvSpPr>
        <p:spPr/>
        <p:txBody>
          <a:bodyPr/>
          <a:lstStyle/>
          <a:p>
            <a:fld id="{D63B307F-7E84-4838-B9B9-0F82FE6195C3}" type="datetimeFigureOut">
              <a:rPr lang="en-IN" smtClean="0"/>
              <a:t>05-01-2026</a:t>
            </a:fld>
            <a:endParaRPr lang="en-IN"/>
          </a:p>
        </p:txBody>
      </p:sp>
      <p:sp>
        <p:nvSpPr>
          <p:cNvPr id="5" name="Footer Placeholder 4">
            <a:extLst>
              <a:ext uri="{FF2B5EF4-FFF2-40B4-BE49-F238E27FC236}">
                <a16:creationId xmlns:a16="http://schemas.microsoft.com/office/drawing/2014/main" id="{43D92302-C285-5F7A-F641-125E5090DA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2312FF-D0D1-351A-2718-947255D0359C}"/>
              </a:ext>
            </a:extLst>
          </p:cNvPr>
          <p:cNvSpPr>
            <a:spLocks noGrp="1"/>
          </p:cNvSpPr>
          <p:nvPr>
            <p:ph type="sldNum" sz="quarter" idx="12"/>
          </p:nvPr>
        </p:nvSpPr>
        <p:spPr/>
        <p:txBody>
          <a:bodyPr/>
          <a:lstStyle/>
          <a:p>
            <a:fld id="{9E12103A-3172-41D2-A80F-2865D1631D47}" type="slidenum">
              <a:rPr lang="en-IN" smtClean="0"/>
              <a:t>‹#›</a:t>
            </a:fld>
            <a:endParaRPr lang="en-IN"/>
          </a:p>
        </p:txBody>
      </p:sp>
    </p:spTree>
    <p:extLst>
      <p:ext uri="{BB962C8B-B14F-4D97-AF65-F5344CB8AC3E}">
        <p14:creationId xmlns:p14="http://schemas.microsoft.com/office/powerpoint/2010/main" val="2039821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0C704-4A0D-835F-E1EC-F38014CE3C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FDDA346-4ECB-2385-0F6A-47949DB786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63D447-BC5E-1BF8-D018-9BCC96D18A10}"/>
              </a:ext>
            </a:extLst>
          </p:cNvPr>
          <p:cNvSpPr>
            <a:spLocks noGrp="1"/>
          </p:cNvSpPr>
          <p:nvPr>
            <p:ph type="dt" sz="half" idx="10"/>
          </p:nvPr>
        </p:nvSpPr>
        <p:spPr/>
        <p:txBody>
          <a:bodyPr/>
          <a:lstStyle/>
          <a:p>
            <a:fld id="{D63B307F-7E84-4838-B9B9-0F82FE6195C3}" type="datetimeFigureOut">
              <a:rPr lang="en-IN" smtClean="0"/>
              <a:t>05-01-2026</a:t>
            </a:fld>
            <a:endParaRPr lang="en-IN"/>
          </a:p>
        </p:txBody>
      </p:sp>
      <p:sp>
        <p:nvSpPr>
          <p:cNvPr id="5" name="Footer Placeholder 4">
            <a:extLst>
              <a:ext uri="{FF2B5EF4-FFF2-40B4-BE49-F238E27FC236}">
                <a16:creationId xmlns:a16="http://schemas.microsoft.com/office/drawing/2014/main" id="{1033679E-B765-DC9C-52C7-4626282675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1750B2-C13C-B501-9E54-065A22C4067E}"/>
              </a:ext>
            </a:extLst>
          </p:cNvPr>
          <p:cNvSpPr>
            <a:spLocks noGrp="1"/>
          </p:cNvSpPr>
          <p:nvPr>
            <p:ph type="sldNum" sz="quarter" idx="12"/>
          </p:nvPr>
        </p:nvSpPr>
        <p:spPr/>
        <p:txBody>
          <a:bodyPr/>
          <a:lstStyle/>
          <a:p>
            <a:fld id="{9E12103A-3172-41D2-A80F-2865D1631D47}" type="slidenum">
              <a:rPr lang="en-IN" smtClean="0"/>
              <a:t>‹#›</a:t>
            </a:fld>
            <a:endParaRPr lang="en-IN"/>
          </a:p>
        </p:txBody>
      </p:sp>
    </p:spTree>
    <p:extLst>
      <p:ext uri="{BB962C8B-B14F-4D97-AF65-F5344CB8AC3E}">
        <p14:creationId xmlns:p14="http://schemas.microsoft.com/office/powerpoint/2010/main" val="546359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A02EA-DCB4-0AD7-22DD-42F66309D5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7EE6758-41D3-2209-4CC0-3B956232E52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88ABA7-79C5-FDE8-BD08-8BBCC5CBE374}"/>
              </a:ext>
            </a:extLst>
          </p:cNvPr>
          <p:cNvSpPr>
            <a:spLocks noGrp="1"/>
          </p:cNvSpPr>
          <p:nvPr>
            <p:ph type="dt" sz="half" idx="10"/>
          </p:nvPr>
        </p:nvSpPr>
        <p:spPr/>
        <p:txBody>
          <a:bodyPr/>
          <a:lstStyle/>
          <a:p>
            <a:fld id="{D63B307F-7E84-4838-B9B9-0F82FE6195C3}" type="datetimeFigureOut">
              <a:rPr lang="en-IN" smtClean="0"/>
              <a:t>05-01-2026</a:t>
            </a:fld>
            <a:endParaRPr lang="en-IN"/>
          </a:p>
        </p:txBody>
      </p:sp>
      <p:sp>
        <p:nvSpPr>
          <p:cNvPr id="5" name="Footer Placeholder 4">
            <a:extLst>
              <a:ext uri="{FF2B5EF4-FFF2-40B4-BE49-F238E27FC236}">
                <a16:creationId xmlns:a16="http://schemas.microsoft.com/office/drawing/2014/main" id="{028D1F21-324A-9806-0E11-E41220FB1D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AA1F7F-71E0-AA51-FE08-C74804AAEA1D}"/>
              </a:ext>
            </a:extLst>
          </p:cNvPr>
          <p:cNvSpPr>
            <a:spLocks noGrp="1"/>
          </p:cNvSpPr>
          <p:nvPr>
            <p:ph type="sldNum" sz="quarter" idx="12"/>
          </p:nvPr>
        </p:nvSpPr>
        <p:spPr/>
        <p:txBody>
          <a:bodyPr/>
          <a:lstStyle/>
          <a:p>
            <a:fld id="{9E12103A-3172-41D2-A80F-2865D1631D47}" type="slidenum">
              <a:rPr lang="en-IN" smtClean="0"/>
              <a:t>‹#›</a:t>
            </a:fld>
            <a:endParaRPr lang="en-IN"/>
          </a:p>
        </p:txBody>
      </p:sp>
    </p:spTree>
    <p:extLst>
      <p:ext uri="{BB962C8B-B14F-4D97-AF65-F5344CB8AC3E}">
        <p14:creationId xmlns:p14="http://schemas.microsoft.com/office/powerpoint/2010/main" val="2761035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B0E43-CED2-7745-6FCD-5B55150F171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C38A31F-69FA-13BA-0FEC-524710DD06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4295F23-5CDB-B9F8-219C-6869462D0D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9BBA116-58C8-5F39-E6C3-526582AFFF67}"/>
              </a:ext>
            </a:extLst>
          </p:cNvPr>
          <p:cNvSpPr>
            <a:spLocks noGrp="1"/>
          </p:cNvSpPr>
          <p:nvPr>
            <p:ph type="dt" sz="half" idx="10"/>
          </p:nvPr>
        </p:nvSpPr>
        <p:spPr/>
        <p:txBody>
          <a:bodyPr/>
          <a:lstStyle/>
          <a:p>
            <a:fld id="{D63B307F-7E84-4838-B9B9-0F82FE6195C3}" type="datetimeFigureOut">
              <a:rPr lang="en-IN" smtClean="0"/>
              <a:t>05-01-2026</a:t>
            </a:fld>
            <a:endParaRPr lang="en-IN"/>
          </a:p>
        </p:txBody>
      </p:sp>
      <p:sp>
        <p:nvSpPr>
          <p:cNvPr id="6" name="Footer Placeholder 5">
            <a:extLst>
              <a:ext uri="{FF2B5EF4-FFF2-40B4-BE49-F238E27FC236}">
                <a16:creationId xmlns:a16="http://schemas.microsoft.com/office/drawing/2014/main" id="{AF2D5DDA-6146-DF0B-9E6F-61F4BABDE8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1129603-A566-FF44-DCB9-BC20A43E0645}"/>
              </a:ext>
            </a:extLst>
          </p:cNvPr>
          <p:cNvSpPr>
            <a:spLocks noGrp="1"/>
          </p:cNvSpPr>
          <p:nvPr>
            <p:ph type="sldNum" sz="quarter" idx="12"/>
          </p:nvPr>
        </p:nvSpPr>
        <p:spPr/>
        <p:txBody>
          <a:bodyPr/>
          <a:lstStyle/>
          <a:p>
            <a:fld id="{9E12103A-3172-41D2-A80F-2865D1631D47}" type="slidenum">
              <a:rPr lang="en-IN" smtClean="0"/>
              <a:t>‹#›</a:t>
            </a:fld>
            <a:endParaRPr lang="en-IN"/>
          </a:p>
        </p:txBody>
      </p:sp>
    </p:spTree>
    <p:extLst>
      <p:ext uri="{BB962C8B-B14F-4D97-AF65-F5344CB8AC3E}">
        <p14:creationId xmlns:p14="http://schemas.microsoft.com/office/powerpoint/2010/main" val="1006600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7D2EB-AB5B-FE30-C210-5242BACD0DF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619E69-344D-687C-CA8E-736F6F633F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54148D-9D06-2F50-F9B2-BD16D5E7ED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EAB153D-1794-A0A2-C6A7-9A3791F5A0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5BA8AE-324A-69E8-C0BA-50C306FDEA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ED3D149-EF04-D53C-4268-42E38E7D01E6}"/>
              </a:ext>
            </a:extLst>
          </p:cNvPr>
          <p:cNvSpPr>
            <a:spLocks noGrp="1"/>
          </p:cNvSpPr>
          <p:nvPr>
            <p:ph type="dt" sz="half" idx="10"/>
          </p:nvPr>
        </p:nvSpPr>
        <p:spPr/>
        <p:txBody>
          <a:bodyPr/>
          <a:lstStyle/>
          <a:p>
            <a:fld id="{D63B307F-7E84-4838-B9B9-0F82FE6195C3}" type="datetimeFigureOut">
              <a:rPr lang="en-IN" smtClean="0"/>
              <a:t>05-01-2026</a:t>
            </a:fld>
            <a:endParaRPr lang="en-IN"/>
          </a:p>
        </p:txBody>
      </p:sp>
      <p:sp>
        <p:nvSpPr>
          <p:cNvPr id="8" name="Footer Placeholder 7">
            <a:extLst>
              <a:ext uri="{FF2B5EF4-FFF2-40B4-BE49-F238E27FC236}">
                <a16:creationId xmlns:a16="http://schemas.microsoft.com/office/drawing/2014/main" id="{00143CA9-088F-6E12-6BB9-DAFD7EE6A2C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53B985-C980-8E1D-043F-A78BDB471273}"/>
              </a:ext>
            </a:extLst>
          </p:cNvPr>
          <p:cNvSpPr>
            <a:spLocks noGrp="1"/>
          </p:cNvSpPr>
          <p:nvPr>
            <p:ph type="sldNum" sz="quarter" idx="12"/>
          </p:nvPr>
        </p:nvSpPr>
        <p:spPr/>
        <p:txBody>
          <a:bodyPr/>
          <a:lstStyle/>
          <a:p>
            <a:fld id="{9E12103A-3172-41D2-A80F-2865D1631D47}" type="slidenum">
              <a:rPr lang="en-IN" smtClean="0"/>
              <a:t>‹#›</a:t>
            </a:fld>
            <a:endParaRPr lang="en-IN"/>
          </a:p>
        </p:txBody>
      </p:sp>
    </p:spTree>
    <p:extLst>
      <p:ext uri="{BB962C8B-B14F-4D97-AF65-F5344CB8AC3E}">
        <p14:creationId xmlns:p14="http://schemas.microsoft.com/office/powerpoint/2010/main" val="3553367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CC5D8-21A7-1218-66AB-61C9A85DE3C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AC8EEF8-4A0D-9F91-FB61-FDD847DC887A}"/>
              </a:ext>
            </a:extLst>
          </p:cNvPr>
          <p:cNvSpPr>
            <a:spLocks noGrp="1"/>
          </p:cNvSpPr>
          <p:nvPr>
            <p:ph type="dt" sz="half" idx="10"/>
          </p:nvPr>
        </p:nvSpPr>
        <p:spPr/>
        <p:txBody>
          <a:bodyPr/>
          <a:lstStyle/>
          <a:p>
            <a:fld id="{D63B307F-7E84-4838-B9B9-0F82FE6195C3}" type="datetimeFigureOut">
              <a:rPr lang="en-IN" smtClean="0"/>
              <a:t>05-01-2026</a:t>
            </a:fld>
            <a:endParaRPr lang="en-IN"/>
          </a:p>
        </p:txBody>
      </p:sp>
      <p:sp>
        <p:nvSpPr>
          <p:cNvPr id="4" name="Footer Placeholder 3">
            <a:extLst>
              <a:ext uri="{FF2B5EF4-FFF2-40B4-BE49-F238E27FC236}">
                <a16:creationId xmlns:a16="http://schemas.microsoft.com/office/drawing/2014/main" id="{4D9AE6B0-7E4D-01F7-009C-912DBB943A1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C0151FA-E26E-FADD-77C9-C66E6BABD135}"/>
              </a:ext>
            </a:extLst>
          </p:cNvPr>
          <p:cNvSpPr>
            <a:spLocks noGrp="1"/>
          </p:cNvSpPr>
          <p:nvPr>
            <p:ph type="sldNum" sz="quarter" idx="12"/>
          </p:nvPr>
        </p:nvSpPr>
        <p:spPr/>
        <p:txBody>
          <a:bodyPr/>
          <a:lstStyle/>
          <a:p>
            <a:fld id="{9E12103A-3172-41D2-A80F-2865D1631D47}" type="slidenum">
              <a:rPr lang="en-IN" smtClean="0"/>
              <a:t>‹#›</a:t>
            </a:fld>
            <a:endParaRPr lang="en-IN"/>
          </a:p>
        </p:txBody>
      </p:sp>
    </p:spTree>
    <p:extLst>
      <p:ext uri="{BB962C8B-B14F-4D97-AF65-F5344CB8AC3E}">
        <p14:creationId xmlns:p14="http://schemas.microsoft.com/office/powerpoint/2010/main" val="3562691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AEDB9D-7A4A-429A-1FBB-A335DA2CF715}"/>
              </a:ext>
            </a:extLst>
          </p:cNvPr>
          <p:cNvSpPr>
            <a:spLocks noGrp="1"/>
          </p:cNvSpPr>
          <p:nvPr>
            <p:ph type="dt" sz="half" idx="10"/>
          </p:nvPr>
        </p:nvSpPr>
        <p:spPr/>
        <p:txBody>
          <a:bodyPr/>
          <a:lstStyle/>
          <a:p>
            <a:fld id="{D63B307F-7E84-4838-B9B9-0F82FE6195C3}" type="datetimeFigureOut">
              <a:rPr lang="en-IN" smtClean="0"/>
              <a:t>05-01-2026</a:t>
            </a:fld>
            <a:endParaRPr lang="en-IN"/>
          </a:p>
        </p:txBody>
      </p:sp>
      <p:sp>
        <p:nvSpPr>
          <p:cNvPr id="3" name="Footer Placeholder 2">
            <a:extLst>
              <a:ext uri="{FF2B5EF4-FFF2-40B4-BE49-F238E27FC236}">
                <a16:creationId xmlns:a16="http://schemas.microsoft.com/office/drawing/2014/main" id="{230056FC-FA02-A453-4E27-5BC647CE89C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21AACEC-CC2B-A8DA-0375-19DC9CBEF177}"/>
              </a:ext>
            </a:extLst>
          </p:cNvPr>
          <p:cNvSpPr>
            <a:spLocks noGrp="1"/>
          </p:cNvSpPr>
          <p:nvPr>
            <p:ph type="sldNum" sz="quarter" idx="12"/>
          </p:nvPr>
        </p:nvSpPr>
        <p:spPr/>
        <p:txBody>
          <a:bodyPr/>
          <a:lstStyle/>
          <a:p>
            <a:fld id="{9E12103A-3172-41D2-A80F-2865D1631D47}" type="slidenum">
              <a:rPr lang="en-IN" smtClean="0"/>
              <a:t>‹#›</a:t>
            </a:fld>
            <a:endParaRPr lang="en-IN"/>
          </a:p>
        </p:txBody>
      </p:sp>
    </p:spTree>
    <p:extLst>
      <p:ext uri="{BB962C8B-B14F-4D97-AF65-F5344CB8AC3E}">
        <p14:creationId xmlns:p14="http://schemas.microsoft.com/office/powerpoint/2010/main" val="3639412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875D7-23DD-D705-2418-1850B846DF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F3EDCFE-594C-9259-03A2-CB9630C7A1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96C8317-B2AE-06A9-D64E-32A5A3F569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EA92AD-B76D-142B-3731-5FB4CC707916}"/>
              </a:ext>
            </a:extLst>
          </p:cNvPr>
          <p:cNvSpPr>
            <a:spLocks noGrp="1"/>
          </p:cNvSpPr>
          <p:nvPr>
            <p:ph type="dt" sz="half" idx="10"/>
          </p:nvPr>
        </p:nvSpPr>
        <p:spPr/>
        <p:txBody>
          <a:bodyPr/>
          <a:lstStyle/>
          <a:p>
            <a:fld id="{D63B307F-7E84-4838-B9B9-0F82FE6195C3}" type="datetimeFigureOut">
              <a:rPr lang="en-IN" smtClean="0"/>
              <a:t>05-01-2026</a:t>
            </a:fld>
            <a:endParaRPr lang="en-IN"/>
          </a:p>
        </p:txBody>
      </p:sp>
      <p:sp>
        <p:nvSpPr>
          <p:cNvPr id="6" name="Footer Placeholder 5">
            <a:extLst>
              <a:ext uri="{FF2B5EF4-FFF2-40B4-BE49-F238E27FC236}">
                <a16:creationId xmlns:a16="http://schemas.microsoft.com/office/drawing/2014/main" id="{61F11B8D-A32B-45EE-FED5-B5E07E7450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7DC751-81A7-C89D-83C1-C3647FE18464}"/>
              </a:ext>
            </a:extLst>
          </p:cNvPr>
          <p:cNvSpPr>
            <a:spLocks noGrp="1"/>
          </p:cNvSpPr>
          <p:nvPr>
            <p:ph type="sldNum" sz="quarter" idx="12"/>
          </p:nvPr>
        </p:nvSpPr>
        <p:spPr/>
        <p:txBody>
          <a:bodyPr/>
          <a:lstStyle/>
          <a:p>
            <a:fld id="{9E12103A-3172-41D2-A80F-2865D1631D47}" type="slidenum">
              <a:rPr lang="en-IN" smtClean="0"/>
              <a:t>‹#›</a:t>
            </a:fld>
            <a:endParaRPr lang="en-IN"/>
          </a:p>
        </p:txBody>
      </p:sp>
    </p:spTree>
    <p:extLst>
      <p:ext uri="{BB962C8B-B14F-4D97-AF65-F5344CB8AC3E}">
        <p14:creationId xmlns:p14="http://schemas.microsoft.com/office/powerpoint/2010/main" val="758720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8C2F9-CF56-B6B2-C2A4-587579204B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8B9BC78-2CDD-7D12-8260-46C46EFBF9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DBF5780-EC1A-A145-21B4-E5F1FF8086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6F47F2-CC8D-3A65-3864-E723464D9E63}"/>
              </a:ext>
            </a:extLst>
          </p:cNvPr>
          <p:cNvSpPr>
            <a:spLocks noGrp="1"/>
          </p:cNvSpPr>
          <p:nvPr>
            <p:ph type="dt" sz="half" idx="10"/>
          </p:nvPr>
        </p:nvSpPr>
        <p:spPr/>
        <p:txBody>
          <a:bodyPr/>
          <a:lstStyle/>
          <a:p>
            <a:fld id="{D63B307F-7E84-4838-B9B9-0F82FE6195C3}" type="datetimeFigureOut">
              <a:rPr lang="en-IN" smtClean="0"/>
              <a:t>05-01-2026</a:t>
            </a:fld>
            <a:endParaRPr lang="en-IN"/>
          </a:p>
        </p:txBody>
      </p:sp>
      <p:sp>
        <p:nvSpPr>
          <p:cNvPr id="6" name="Footer Placeholder 5">
            <a:extLst>
              <a:ext uri="{FF2B5EF4-FFF2-40B4-BE49-F238E27FC236}">
                <a16:creationId xmlns:a16="http://schemas.microsoft.com/office/drawing/2014/main" id="{5FB60134-7752-5362-FD5B-3ECFDCDD88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AE1AEA-05C0-AB84-AF33-0FE138E6D78A}"/>
              </a:ext>
            </a:extLst>
          </p:cNvPr>
          <p:cNvSpPr>
            <a:spLocks noGrp="1"/>
          </p:cNvSpPr>
          <p:nvPr>
            <p:ph type="sldNum" sz="quarter" idx="12"/>
          </p:nvPr>
        </p:nvSpPr>
        <p:spPr/>
        <p:txBody>
          <a:bodyPr/>
          <a:lstStyle/>
          <a:p>
            <a:fld id="{9E12103A-3172-41D2-A80F-2865D1631D47}" type="slidenum">
              <a:rPr lang="en-IN" smtClean="0"/>
              <a:t>‹#›</a:t>
            </a:fld>
            <a:endParaRPr lang="en-IN"/>
          </a:p>
        </p:txBody>
      </p:sp>
    </p:spTree>
    <p:extLst>
      <p:ext uri="{BB962C8B-B14F-4D97-AF65-F5344CB8AC3E}">
        <p14:creationId xmlns:p14="http://schemas.microsoft.com/office/powerpoint/2010/main" val="7618744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69DD8-9728-F2EB-F27C-F902BE37310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0525AF3-4F8A-230F-BA4B-C6817D9813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0FB169-22B3-9974-D567-8F2F061103AD}"/>
              </a:ext>
            </a:extLst>
          </p:cNvPr>
          <p:cNvSpPr>
            <a:spLocks noGrp="1"/>
          </p:cNvSpPr>
          <p:nvPr>
            <p:ph type="dt" sz="half" idx="10"/>
          </p:nvPr>
        </p:nvSpPr>
        <p:spPr/>
        <p:txBody>
          <a:bodyPr/>
          <a:lstStyle/>
          <a:p>
            <a:fld id="{D63B307F-7E84-4838-B9B9-0F82FE6195C3}" type="datetimeFigureOut">
              <a:rPr lang="en-IN" smtClean="0"/>
              <a:t>05-01-2026</a:t>
            </a:fld>
            <a:endParaRPr lang="en-IN"/>
          </a:p>
        </p:txBody>
      </p:sp>
      <p:sp>
        <p:nvSpPr>
          <p:cNvPr id="5" name="Footer Placeholder 4">
            <a:extLst>
              <a:ext uri="{FF2B5EF4-FFF2-40B4-BE49-F238E27FC236}">
                <a16:creationId xmlns:a16="http://schemas.microsoft.com/office/drawing/2014/main" id="{E93F628C-D0FC-6C7A-9A6D-8D5C19173B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AC4189-BD09-6D04-923E-174E3B9CD698}"/>
              </a:ext>
            </a:extLst>
          </p:cNvPr>
          <p:cNvSpPr>
            <a:spLocks noGrp="1"/>
          </p:cNvSpPr>
          <p:nvPr>
            <p:ph type="sldNum" sz="quarter" idx="12"/>
          </p:nvPr>
        </p:nvSpPr>
        <p:spPr/>
        <p:txBody>
          <a:bodyPr/>
          <a:lstStyle/>
          <a:p>
            <a:fld id="{9E12103A-3172-41D2-A80F-2865D1631D47}" type="slidenum">
              <a:rPr lang="en-IN" smtClean="0"/>
              <a:t>‹#›</a:t>
            </a:fld>
            <a:endParaRPr lang="en-IN"/>
          </a:p>
        </p:txBody>
      </p:sp>
    </p:spTree>
    <p:extLst>
      <p:ext uri="{BB962C8B-B14F-4D97-AF65-F5344CB8AC3E}">
        <p14:creationId xmlns:p14="http://schemas.microsoft.com/office/powerpoint/2010/main" val="3954614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470AFF-F4F3-F7C3-5E59-AAB2677C3A0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1891C8-05A0-25CD-B192-24250A203E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DFACB8-883F-E21B-75C2-005B655846B7}"/>
              </a:ext>
            </a:extLst>
          </p:cNvPr>
          <p:cNvSpPr>
            <a:spLocks noGrp="1"/>
          </p:cNvSpPr>
          <p:nvPr>
            <p:ph type="dt" sz="half" idx="10"/>
          </p:nvPr>
        </p:nvSpPr>
        <p:spPr/>
        <p:txBody>
          <a:bodyPr/>
          <a:lstStyle/>
          <a:p>
            <a:fld id="{D63B307F-7E84-4838-B9B9-0F82FE6195C3}" type="datetimeFigureOut">
              <a:rPr lang="en-IN" smtClean="0"/>
              <a:t>05-01-2026</a:t>
            </a:fld>
            <a:endParaRPr lang="en-IN"/>
          </a:p>
        </p:txBody>
      </p:sp>
      <p:sp>
        <p:nvSpPr>
          <p:cNvPr id="5" name="Footer Placeholder 4">
            <a:extLst>
              <a:ext uri="{FF2B5EF4-FFF2-40B4-BE49-F238E27FC236}">
                <a16:creationId xmlns:a16="http://schemas.microsoft.com/office/drawing/2014/main" id="{80EB1A17-A00D-2431-066F-C86E7426B3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2EE111-F612-67D9-93F6-1E7D947EC719}"/>
              </a:ext>
            </a:extLst>
          </p:cNvPr>
          <p:cNvSpPr>
            <a:spLocks noGrp="1"/>
          </p:cNvSpPr>
          <p:nvPr>
            <p:ph type="sldNum" sz="quarter" idx="12"/>
          </p:nvPr>
        </p:nvSpPr>
        <p:spPr/>
        <p:txBody>
          <a:bodyPr/>
          <a:lstStyle/>
          <a:p>
            <a:fld id="{9E12103A-3172-41D2-A80F-2865D1631D47}" type="slidenum">
              <a:rPr lang="en-IN" smtClean="0"/>
              <a:t>‹#›</a:t>
            </a:fld>
            <a:endParaRPr lang="en-IN"/>
          </a:p>
        </p:txBody>
      </p:sp>
    </p:spTree>
    <p:extLst>
      <p:ext uri="{BB962C8B-B14F-4D97-AF65-F5344CB8AC3E}">
        <p14:creationId xmlns:p14="http://schemas.microsoft.com/office/powerpoint/2010/main" val="39892777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B92676-75FA-E9F9-E882-49656E939E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00D383F-4961-E85D-5E96-5B3AD1AB45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4F2C52-801F-26A2-240F-21A1043905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3B307F-7E84-4838-B9B9-0F82FE6195C3}" type="datetimeFigureOut">
              <a:rPr lang="en-IN" smtClean="0"/>
              <a:t>05-01-2026</a:t>
            </a:fld>
            <a:endParaRPr lang="en-IN"/>
          </a:p>
        </p:txBody>
      </p:sp>
      <p:sp>
        <p:nvSpPr>
          <p:cNvPr id="5" name="Footer Placeholder 4">
            <a:extLst>
              <a:ext uri="{FF2B5EF4-FFF2-40B4-BE49-F238E27FC236}">
                <a16:creationId xmlns:a16="http://schemas.microsoft.com/office/drawing/2014/main" id="{67B01D9E-5C61-6EC3-BAC1-B2EC84AB7B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51020D8-8299-77DF-5E6B-6048025222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12103A-3172-41D2-A80F-2865D1631D47}" type="slidenum">
              <a:rPr lang="en-IN" smtClean="0"/>
              <a:t>‹#›</a:t>
            </a:fld>
            <a:endParaRPr lang="en-IN"/>
          </a:p>
        </p:txBody>
      </p:sp>
    </p:spTree>
    <p:extLst>
      <p:ext uri="{BB962C8B-B14F-4D97-AF65-F5344CB8AC3E}">
        <p14:creationId xmlns:p14="http://schemas.microsoft.com/office/powerpoint/2010/main" val="20992497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71A54-462A-B944-58F5-0BC876BEF41A}"/>
              </a:ext>
            </a:extLst>
          </p:cNvPr>
          <p:cNvSpPr>
            <a:spLocks noGrp="1"/>
          </p:cNvSpPr>
          <p:nvPr>
            <p:ph type="ctrTitle"/>
          </p:nvPr>
        </p:nvSpPr>
        <p:spPr/>
        <p:txBody>
          <a:bodyPr>
            <a:normAutofit/>
          </a:bodyPr>
          <a:lstStyle/>
          <a:p>
            <a:r>
              <a:rPr lang="en-US" sz="8800" dirty="0"/>
              <a:t>Week 1 </a:t>
            </a:r>
            <a:endParaRPr lang="en-IN" sz="8800" dirty="0"/>
          </a:p>
        </p:txBody>
      </p:sp>
      <p:sp>
        <p:nvSpPr>
          <p:cNvPr id="3" name="Subtitle 2">
            <a:extLst>
              <a:ext uri="{FF2B5EF4-FFF2-40B4-BE49-F238E27FC236}">
                <a16:creationId xmlns:a16="http://schemas.microsoft.com/office/drawing/2014/main" id="{BE2A523C-543E-5D52-4D3C-D09B03B0C7E0}"/>
              </a:ext>
            </a:extLst>
          </p:cNvPr>
          <p:cNvSpPr>
            <a:spLocks noGrp="1"/>
          </p:cNvSpPr>
          <p:nvPr>
            <p:ph type="subTitle" idx="1"/>
          </p:nvPr>
        </p:nvSpPr>
        <p:spPr/>
        <p:txBody>
          <a:bodyPr/>
          <a:lstStyle/>
          <a:p>
            <a:endParaRPr lang="en-US" dirty="0"/>
          </a:p>
          <a:p>
            <a:r>
              <a:rPr lang="en-US" sz="3600" dirty="0"/>
              <a:t>GEOMETRY AND BASIC MESHING</a:t>
            </a:r>
            <a:endParaRPr lang="en-IN" sz="3600" dirty="0"/>
          </a:p>
        </p:txBody>
      </p:sp>
    </p:spTree>
    <p:extLst>
      <p:ext uri="{BB962C8B-B14F-4D97-AF65-F5344CB8AC3E}">
        <p14:creationId xmlns:p14="http://schemas.microsoft.com/office/powerpoint/2010/main" val="3045757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27BAB-F4A0-B504-4EBD-9F35C2E8B09F}"/>
              </a:ext>
            </a:extLst>
          </p:cNvPr>
          <p:cNvSpPr>
            <a:spLocks noGrp="1"/>
          </p:cNvSpPr>
          <p:nvPr>
            <p:ph type="title"/>
          </p:nvPr>
        </p:nvSpPr>
        <p:spPr/>
        <p:txBody>
          <a:bodyPr/>
          <a:lstStyle/>
          <a:p>
            <a:r>
              <a:rPr lang="en-US" dirty="0" err="1"/>
              <a:t>Gmsh</a:t>
            </a:r>
            <a:endParaRPr lang="en-IN" dirty="0"/>
          </a:p>
        </p:txBody>
      </p:sp>
      <p:sp>
        <p:nvSpPr>
          <p:cNvPr id="3" name="Content Placeholder 2">
            <a:extLst>
              <a:ext uri="{FF2B5EF4-FFF2-40B4-BE49-F238E27FC236}">
                <a16:creationId xmlns:a16="http://schemas.microsoft.com/office/drawing/2014/main" id="{3640AED6-911E-AD42-5115-50B0D96BDFEC}"/>
              </a:ext>
            </a:extLst>
          </p:cNvPr>
          <p:cNvSpPr>
            <a:spLocks noGrp="1"/>
          </p:cNvSpPr>
          <p:nvPr>
            <p:ph idx="1"/>
          </p:nvPr>
        </p:nvSpPr>
        <p:spPr/>
        <p:txBody>
          <a:bodyPr>
            <a:normAutofit fontScale="92500" lnSpcReduction="10000"/>
          </a:bodyPr>
          <a:lstStyle/>
          <a:p>
            <a:r>
              <a:rPr lang="en-US" dirty="0" err="1"/>
              <a:t>Gmsh</a:t>
            </a:r>
            <a:r>
              <a:rPr lang="en-US" dirty="0"/>
              <a:t> remembers how the geometry touch each other and uses real CAD engines to avoid shape errors</a:t>
            </a:r>
          </a:p>
          <a:p>
            <a:r>
              <a:rPr lang="en-US" dirty="0"/>
              <a:t>Boundary Representation- Volume by surface, surface by curve, curve by points, points are just locations</a:t>
            </a:r>
          </a:p>
          <a:p>
            <a:r>
              <a:rPr lang="en-US" dirty="0"/>
              <a:t>mesh can be 1D (lines), 2D (Triangles), 3D (Pyramids or cubes)</a:t>
            </a:r>
          </a:p>
          <a:p>
            <a:r>
              <a:rPr lang="en-US" dirty="0"/>
              <a:t>Conformal Mesh- Fits perfectly and doesn't overlap or cut</a:t>
            </a:r>
          </a:p>
          <a:p>
            <a:r>
              <a:rPr lang="en-US" dirty="0" err="1"/>
              <a:t>Gmsh</a:t>
            </a:r>
            <a:r>
              <a:rPr lang="en-US" dirty="0"/>
              <a:t> builds mesh with bottom-up approach</a:t>
            </a:r>
          </a:p>
          <a:p>
            <a:r>
              <a:rPr lang="en-US" dirty="0"/>
              <a:t>curves first - Broken in small segments</a:t>
            </a:r>
          </a:p>
          <a:p>
            <a:r>
              <a:rPr lang="en-US" dirty="0"/>
              <a:t>surfaces next - filled using curve mesh</a:t>
            </a:r>
          </a:p>
          <a:p>
            <a:r>
              <a:rPr lang="en-US" dirty="0"/>
              <a:t>volumes last - filled using surface mesh</a:t>
            </a:r>
          </a:p>
          <a:p>
            <a:endParaRPr lang="en-IN" dirty="0"/>
          </a:p>
        </p:txBody>
      </p:sp>
    </p:spTree>
    <p:extLst>
      <p:ext uri="{BB962C8B-B14F-4D97-AF65-F5344CB8AC3E}">
        <p14:creationId xmlns:p14="http://schemas.microsoft.com/office/powerpoint/2010/main" val="608244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C5D9D-0156-23CC-40C7-C1F1EEE5165F}"/>
              </a:ext>
            </a:extLst>
          </p:cNvPr>
          <p:cNvSpPr>
            <a:spLocks noGrp="1"/>
          </p:cNvSpPr>
          <p:nvPr>
            <p:ph type="title"/>
          </p:nvPr>
        </p:nvSpPr>
        <p:spPr/>
        <p:txBody>
          <a:bodyPr/>
          <a:lstStyle/>
          <a:p>
            <a:r>
              <a:rPr lang="en-US" dirty="0"/>
              <a:t>What </a:t>
            </a:r>
            <a:r>
              <a:rPr lang="en-US" dirty="0" err="1"/>
              <a:t>Gmsh</a:t>
            </a:r>
            <a:r>
              <a:rPr lang="en-US" dirty="0"/>
              <a:t> is good at</a:t>
            </a:r>
            <a:endParaRPr lang="en-IN" dirty="0"/>
          </a:p>
        </p:txBody>
      </p:sp>
      <p:sp>
        <p:nvSpPr>
          <p:cNvPr id="3" name="Content Placeholder 2">
            <a:extLst>
              <a:ext uri="{FF2B5EF4-FFF2-40B4-BE49-F238E27FC236}">
                <a16:creationId xmlns:a16="http://schemas.microsoft.com/office/drawing/2014/main" id="{2EBEF8B6-870C-DC67-6579-B9906FA4C556}"/>
              </a:ext>
            </a:extLst>
          </p:cNvPr>
          <p:cNvSpPr>
            <a:spLocks noGrp="1"/>
          </p:cNvSpPr>
          <p:nvPr>
            <p:ph idx="1"/>
          </p:nvPr>
        </p:nvSpPr>
        <p:spPr/>
        <p:txBody>
          <a:bodyPr/>
          <a:lstStyle/>
          <a:p>
            <a:r>
              <a:rPr lang="en-US" dirty="0"/>
              <a:t>if geometry has repeated patterns, symmetry, parametric dimensions, lets use of loops and variable, change one number and update whole model</a:t>
            </a:r>
          </a:p>
          <a:p>
            <a:r>
              <a:rPr lang="en-US" dirty="0"/>
              <a:t>use of parametric model</a:t>
            </a:r>
          </a:p>
          <a:p>
            <a:r>
              <a:rPr lang="en-US" dirty="0"/>
              <a:t>mixing structured and unstructured mesh, extrude structured mesh and connect to unstructured one</a:t>
            </a:r>
          </a:p>
          <a:p>
            <a:r>
              <a:rPr lang="en-US" dirty="0"/>
              <a:t>can share parameters with solvers and change inputs in GUI</a:t>
            </a:r>
          </a:p>
          <a:p>
            <a:endParaRPr lang="en-IN" dirty="0"/>
          </a:p>
        </p:txBody>
      </p:sp>
    </p:spTree>
    <p:extLst>
      <p:ext uri="{BB962C8B-B14F-4D97-AF65-F5344CB8AC3E}">
        <p14:creationId xmlns:p14="http://schemas.microsoft.com/office/powerpoint/2010/main" val="2166990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F9784-6A03-C753-0111-35938895A94D}"/>
              </a:ext>
            </a:extLst>
          </p:cNvPr>
          <p:cNvSpPr>
            <a:spLocks noGrp="1"/>
          </p:cNvSpPr>
          <p:nvPr>
            <p:ph type="title"/>
          </p:nvPr>
        </p:nvSpPr>
        <p:spPr/>
        <p:txBody>
          <a:bodyPr>
            <a:noAutofit/>
          </a:bodyPr>
          <a:lstStyle/>
          <a:p>
            <a:r>
              <a:rPr lang="en-US" sz="2400" dirty="0"/>
              <a:t>We installed </a:t>
            </a:r>
            <a:r>
              <a:rPr lang="en-US" sz="2400" dirty="0" err="1"/>
              <a:t>gmsh</a:t>
            </a:r>
            <a:r>
              <a:rPr lang="en-US" sz="2400" dirty="0"/>
              <a:t> and started with tutorials. We were able to create geometry in </a:t>
            </a:r>
            <a:r>
              <a:rPr lang="en-US" sz="2400" dirty="0" err="1"/>
              <a:t>gmsh</a:t>
            </a:r>
            <a:r>
              <a:rPr lang="en-US" sz="2400" dirty="0"/>
              <a:t> and also added 2D mesh. We also changed mesh in notepad and were able to save file in .</a:t>
            </a:r>
            <a:r>
              <a:rPr lang="en-US" sz="2400" dirty="0" err="1"/>
              <a:t>unv</a:t>
            </a:r>
            <a:r>
              <a:rPr lang="en-US" sz="2400" dirty="0"/>
              <a:t> and .</a:t>
            </a:r>
            <a:r>
              <a:rPr lang="en-US" sz="2400" dirty="0" err="1"/>
              <a:t>msh</a:t>
            </a:r>
            <a:br>
              <a:rPr lang="en-IN" sz="2400" dirty="0"/>
            </a:br>
            <a:endParaRPr lang="en-IN" sz="2400" dirty="0"/>
          </a:p>
        </p:txBody>
      </p:sp>
      <p:pic>
        <p:nvPicPr>
          <p:cNvPr id="5" name="Picture 4">
            <a:extLst>
              <a:ext uri="{FF2B5EF4-FFF2-40B4-BE49-F238E27FC236}">
                <a16:creationId xmlns:a16="http://schemas.microsoft.com/office/drawing/2014/main" id="{2D724CFE-E269-322F-6974-0C2522683941}"/>
              </a:ext>
            </a:extLst>
          </p:cNvPr>
          <p:cNvPicPr>
            <a:picLocks noChangeAspect="1"/>
          </p:cNvPicPr>
          <p:nvPr/>
        </p:nvPicPr>
        <p:blipFill>
          <a:blip r:embed="rId2"/>
          <a:stretch>
            <a:fillRect/>
          </a:stretch>
        </p:blipFill>
        <p:spPr>
          <a:xfrm>
            <a:off x="466134" y="1850316"/>
            <a:ext cx="4883862" cy="4527335"/>
          </a:xfrm>
          <a:prstGeom prst="rect">
            <a:avLst/>
          </a:prstGeom>
        </p:spPr>
      </p:pic>
      <p:pic>
        <p:nvPicPr>
          <p:cNvPr id="9" name="Picture 8">
            <a:extLst>
              <a:ext uri="{FF2B5EF4-FFF2-40B4-BE49-F238E27FC236}">
                <a16:creationId xmlns:a16="http://schemas.microsoft.com/office/drawing/2014/main" id="{3075F149-2EA0-E95D-D86C-FE29DEC0CB42}"/>
              </a:ext>
            </a:extLst>
          </p:cNvPr>
          <p:cNvPicPr>
            <a:picLocks noChangeAspect="1"/>
          </p:cNvPicPr>
          <p:nvPr/>
        </p:nvPicPr>
        <p:blipFill>
          <a:blip r:embed="rId3"/>
          <a:stretch>
            <a:fillRect/>
          </a:stretch>
        </p:blipFill>
        <p:spPr>
          <a:xfrm>
            <a:off x="5558340" y="1850316"/>
            <a:ext cx="5714437" cy="4527335"/>
          </a:xfrm>
          <a:prstGeom prst="rect">
            <a:avLst/>
          </a:prstGeom>
        </p:spPr>
      </p:pic>
    </p:spTree>
    <p:extLst>
      <p:ext uri="{BB962C8B-B14F-4D97-AF65-F5344CB8AC3E}">
        <p14:creationId xmlns:p14="http://schemas.microsoft.com/office/powerpoint/2010/main" val="143906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AB678-CF4E-2981-E5F9-6AB877C05B9B}"/>
              </a:ext>
            </a:extLst>
          </p:cNvPr>
          <p:cNvSpPr>
            <a:spLocks noGrp="1"/>
          </p:cNvSpPr>
          <p:nvPr>
            <p:ph type="title"/>
          </p:nvPr>
        </p:nvSpPr>
        <p:spPr/>
        <p:txBody>
          <a:bodyPr>
            <a:normAutofit/>
          </a:bodyPr>
          <a:lstStyle/>
          <a:p>
            <a:r>
              <a:rPr lang="en-US" sz="2400" dirty="0"/>
              <a:t>We can move, rotate &amp; duplicate geometry &amp; mesh in </a:t>
            </a:r>
            <a:r>
              <a:rPr lang="en-US" sz="2400" dirty="0" err="1"/>
              <a:t>gmsh</a:t>
            </a:r>
            <a:r>
              <a:rPr lang="en-US" sz="2400" dirty="0"/>
              <a:t> scripting</a:t>
            </a:r>
            <a:br>
              <a:rPr lang="en-US" sz="2400" dirty="0"/>
            </a:br>
            <a:endParaRPr lang="en-IN" sz="2400" dirty="0"/>
          </a:p>
        </p:txBody>
      </p:sp>
      <p:pic>
        <p:nvPicPr>
          <p:cNvPr id="5" name="Content Placeholder 4">
            <a:extLst>
              <a:ext uri="{FF2B5EF4-FFF2-40B4-BE49-F238E27FC236}">
                <a16:creationId xmlns:a16="http://schemas.microsoft.com/office/drawing/2014/main" id="{89572503-E589-ABB1-AC02-FCF7FB398789}"/>
              </a:ext>
            </a:extLst>
          </p:cNvPr>
          <p:cNvPicPr>
            <a:picLocks noGrp="1" noChangeAspect="1"/>
          </p:cNvPicPr>
          <p:nvPr>
            <p:ph idx="1"/>
          </p:nvPr>
        </p:nvPicPr>
        <p:blipFill>
          <a:blip r:embed="rId2"/>
          <a:stretch>
            <a:fillRect/>
          </a:stretch>
        </p:blipFill>
        <p:spPr>
          <a:xfrm>
            <a:off x="0" y="1920652"/>
            <a:ext cx="5820164" cy="4351338"/>
          </a:xfrm>
          <a:prstGeom prst="rect">
            <a:avLst/>
          </a:prstGeom>
        </p:spPr>
      </p:pic>
      <p:pic>
        <p:nvPicPr>
          <p:cNvPr id="7" name="Picture 6">
            <a:extLst>
              <a:ext uri="{FF2B5EF4-FFF2-40B4-BE49-F238E27FC236}">
                <a16:creationId xmlns:a16="http://schemas.microsoft.com/office/drawing/2014/main" id="{6E473D9C-4BB9-3B28-DE6F-0A9FFF906929}"/>
              </a:ext>
            </a:extLst>
          </p:cNvPr>
          <p:cNvPicPr>
            <a:picLocks noChangeAspect="1"/>
          </p:cNvPicPr>
          <p:nvPr/>
        </p:nvPicPr>
        <p:blipFill>
          <a:blip r:embed="rId3"/>
          <a:stretch>
            <a:fillRect/>
          </a:stretch>
        </p:blipFill>
        <p:spPr>
          <a:xfrm>
            <a:off x="5820165" y="1871922"/>
            <a:ext cx="6371836" cy="4986077"/>
          </a:xfrm>
          <a:prstGeom prst="rect">
            <a:avLst/>
          </a:prstGeom>
        </p:spPr>
      </p:pic>
    </p:spTree>
    <p:extLst>
      <p:ext uri="{BB962C8B-B14F-4D97-AF65-F5344CB8AC3E}">
        <p14:creationId xmlns:p14="http://schemas.microsoft.com/office/powerpoint/2010/main" val="706871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B0044-3385-15C3-F1F4-FB524D2E5890}"/>
              </a:ext>
            </a:extLst>
          </p:cNvPr>
          <p:cNvSpPr>
            <a:spLocks noGrp="1"/>
          </p:cNvSpPr>
          <p:nvPr>
            <p:ph type="title"/>
          </p:nvPr>
        </p:nvSpPr>
        <p:spPr/>
        <p:txBody>
          <a:bodyPr/>
          <a:lstStyle/>
          <a:p>
            <a:r>
              <a:rPr lang="en-US" dirty="0"/>
              <a:t>Creating Lists</a:t>
            </a:r>
            <a:endParaRPr lang="en-IN" dirty="0"/>
          </a:p>
        </p:txBody>
      </p:sp>
      <p:sp>
        <p:nvSpPr>
          <p:cNvPr id="3" name="Content Placeholder 2">
            <a:extLst>
              <a:ext uri="{FF2B5EF4-FFF2-40B4-BE49-F238E27FC236}">
                <a16:creationId xmlns:a16="http://schemas.microsoft.com/office/drawing/2014/main" id="{BDE022EA-8DB4-2D73-C969-F87E4AEDB4D4}"/>
              </a:ext>
            </a:extLst>
          </p:cNvPr>
          <p:cNvSpPr>
            <a:spLocks noGrp="1"/>
          </p:cNvSpPr>
          <p:nvPr>
            <p:ph idx="1"/>
          </p:nvPr>
        </p:nvSpPr>
        <p:spPr/>
        <p:txBody>
          <a:bodyPr/>
          <a:lstStyle/>
          <a:p>
            <a:r>
              <a:rPr lang="en-US" dirty="0"/>
              <a:t>We can create lists in </a:t>
            </a:r>
            <a:r>
              <a:rPr lang="en-US" dirty="0" err="1"/>
              <a:t>gmsh</a:t>
            </a:r>
            <a:r>
              <a:rPr lang="en-US" dirty="0"/>
              <a:t> and define any point. Line surface or curve and give them IDs to use later.</a:t>
            </a:r>
          </a:p>
        </p:txBody>
      </p:sp>
      <p:pic>
        <p:nvPicPr>
          <p:cNvPr id="5" name="Picture 4">
            <a:extLst>
              <a:ext uri="{FF2B5EF4-FFF2-40B4-BE49-F238E27FC236}">
                <a16:creationId xmlns:a16="http://schemas.microsoft.com/office/drawing/2014/main" id="{7705A7D9-2F50-D9FE-7DE6-3347C519C52E}"/>
              </a:ext>
            </a:extLst>
          </p:cNvPr>
          <p:cNvPicPr>
            <a:picLocks noChangeAspect="1"/>
          </p:cNvPicPr>
          <p:nvPr/>
        </p:nvPicPr>
        <p:blipFill>
          <a:blip r:embed="rId2"/>
          <a:stretch>
            <a:fillRect/>
          </a:stretch>
        </p:blipFill>
        <p:spPr>
          <a:xfrm>
            <a:off x="1819500" y="4514799"/>
            <a:ext cx="8552998" cy="1112795"/>
          </a:xfrm>
          <a:prstGeom prst="rect">
            <a:avLst/>
          </a:prstGeom>
        </p:spPr>
      </p:pic>
      <p:pic>
        <p:nvPicPr>
          <p:cNvPr id="7" name="Picture 6">
            <a:extLst>
              <a:ext uri="{FF2B5EF4-FFF2-40B4-BE49-F238E27FC236}">
                <a16:creationId xmlns:a16="http://schemas.microsoft.com/office/drawing/2014/main" id="{808DE608-9B39-F41E-23BC-DC82B03A92F5}"/>
              </a:ext>
            </a:extLst>
          </p:cNvPr>
          <p:cNvPicPr>
            <a:picLocks noChangeAspect="1"/>
          </p:cNvPicPr>
          <p:nvPr/>
        </p:nvPicPr>
        <p:blipFill>
          <a:blip r:embed="rId3"/>
          <a:stretch>
            <a:fillRect/>
          </a:stretch>
        </p:blipFill>
        <p:spPr>
          <a:xfrm>
            <a:off x="1309019" y="3408744"/>
            <a:ext cx="9573961" cy="543001"/>
          </a:xfrm>
          <a:prstGeom prst="rect">
            <a:avLst/>
          </a:prstGeom>
        </p:spPr>
      </p:pic>
    </p:spTree>
    <p:extLst>
      <p:ext uri="{BB962C8B-B14F-4D97-AF65-F5344CB8AC3E}">
        <p14:creationId xmlns:p14="http://schemas.microsoft.com/office/powerpoint/2010/main" val="26904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3B136-1053-4376-89FC-A0882AD4C416}"/>
              </a:ext>
            </a:extLst>
          </p:cNvPr>
          <p:cNvSpPr>
            <a:spLocks noGrp="1"/>
          </p:cNvSpPr>
          <p:nvPr>
            <p:ph type="title"/>
          </p:nvPr>
        </p:nvSpPr>
        <p:spPr/>
        <p:txBody>
          <a:bodyPr/>
          <a:lstStyle/>
          <a:p>
            <a:r>
              <a:rPr lang="en-US" dirty="0" err="1"/>
              <a:t>MeshSize</a:t>
            </a:r>
            <a:endParaRPr lang="en-IN" dirty="0"/>
          </a:p>
        </p:txBody>
      </p:sp>
      <p:pic>
        <p:nvPicPr>
          <p:cNvPr id="5" name="Content Placeholder 4">
            <a:extLst>
              <a:ext uri="{FF2B5EF4-FFF2-40B4-BE49-F238E27FC236}">
                <a16:creationId xmlns:a16="http://schemas.microsoft.com/office/drawing/2014/main" id="{6B3FAF5D-32C6-3F1F-3520-DCDE2929E3F1}"/>
              </a:ext>
            </a:extLst>
          </p:cNvPr>
          <p:cNvPicPr>
            <a:picLocks noGrp="1" noChangeAspect="1"/>
          </p:cNvPicPr>
          <p:nvPr>
            <p:ph idx="1"/>
          </p:nvPr>
        </p:nvPicPr>
        <p:blipFill>
          <a:blip r:embed="rId2"/>
          <a:stretch>
            <a:fillRect/>
          </a:stretch>
        </p:blipFill>
        <p:spPr>
          <a:xfrm>
            <a:off x="71377" y="1690688"/>
            <a:ext cx="12049245" cy="974009"/>
          </a:xfrm>
          <a:prstGeom prst="rect">
            <a:avLst/>
          </a:prstGeom>
        </p:spPr>
      </p:pic>
      <p:sp>
        <p:nvSpPr>
          <p:cNvPr id="6" name="TextBox 5">
            <a:extLst>
              <a:ext uri="{FF2B5EF4-FFF2-40B4-BE49-F238E27FC236}">
                <a16:creationId xmlns:a16="http://schemas.microsoft.com/office/drawing/2014/main" id="{35A0E0BF-2AB1-38C6-FFE7-D5E12203A64B}"/>
              </a:ext>
            </a:extLst>
          </p:cNvPr>
          <p:cNvSpPr txBox="1"/>
          <p:nvPr/>
        </p:nvSpPr>
        <p:spPr>
          <a:xfrm>
            <a:off x="1041722" y="2974694"/>
            <a:ext cx="10081549" cy="3416320"/>
          </a:xfrm>
          <a:prstGeom prst="rect">
            <a:avLst/>
          </a:prstGeom>
          <a:noFill/>
        </p:spPr>
        <p:txBody>
          <a:bodyPr wrap="square" rtlCol="0">
            <a:spAutoFit/>
          </a:bodyPr>
          <a:lstStyle/>
          <a:p>
            <a:pPr marL="285750" indent="-285750">
              <a:buFont typeface="Arial" panose="020B0604020202020204" pitchFamily="34" charset="0"/>
              <a:buChar char="•"/>
            </a:pPr>
            <a:r>
              <a:rPr lang="en-US" sz="2400" dirty="0"/>
              <a:t>The mesh size is an command in </a:t>
            </a:r>
            <a:r>
              <a:rPr lang="en-US" sz="2400" dirty="0" err="1"/>
              <a:t>gmsh</a:t>
            </a:r>
            <a:r>
              <a:rPr lang="en-US" sz="2400" dirty="0"/>
              <a:t> which helps to control the mesh.</a:t>
            </a:r>
          </a:p>
          <a:p>
            <a:pPr marL="285750" indent="-285750">
              <a:buFont typeface="Arial" panose="020B0604020202020204" pitchFamily="34" charset="0"/>
              <a:buChar char="•"/>
            </a:pPr>
            <a:r>
              <a:rPr lang="en-US" sz="2400" dirty="0"/>
              <a:t>This works by selecting the points which we want to have parametric mesh.</a:t>
            </a:r>
          </a:p>
          <a:p>
            <a:pPr marL="285750" indent="-285750">
              <a:buFont typeface="Arial" panose="020B0604020202020204" pitchFamily="34" charset="0"/>
              <a:buChar char="•"/>
            </a:pPr>
            <a:r>
              <a:rPr lang="en-US" sz="2400" dirty="0"/>
              <a:t>It also helps for the points which are not defined by user but got created during extrusion, which apparently don’t have </a:t>
            </a:r>
            <a:r>
              <a:rPr lang="en-US" sz="2400" dirty="0" err="1"/>
              <a:t>meshsize</a:t>
            </a:r>
            <a:r>
              <a:rPr lang="en-US" sz="2400" dirty="0"/>
              <a:t> (Lc) defined</a:t>
            </a:r>
          </a:p>
          <a:p>
            <a:pPr marL="285750" indent="-285750">
              <a:buFont typeface="Arial" panose="020B0604020202020204" pitchFamily="34" charset="0"/>
              <a:buChar char="•"/>
            </a:pPr>
            <a:r>
              <a:rPr lang="en-US" sz="2400" dirty="0"/>
              <a:t>Points which are already created by user and have defined mesh can also be added.</a:t>
            </a:r>
          </a:p>
          <a:p>
            <a:pPr marL="285750" indent="-285750">
              <a:buFont typeface="Arial" panose="020B0604020202020204" pitchFamily="34" charset="0"/>
              <a:buChar char="•"/>
            </a:pPr>
            <a:r>
              <a:rPr lang="en-US" sz="2400" dirty="0"/>
              <a:t>Points may have a defined mesh in them but if these points are added to mesh size, it will be considered as a final command.</a:t>
            </a:r>
          </a:p>
          <a:p>
            <a:endParaRPr lang="en-IN" sz="2400" dirty="0"/>
          </a:p>
        </p:txBody>
      </p:sp>
    </p:spTree>
    <p:extLst>
      <p:ext uri="{BB962C8B-B14F-4D97-AF65-F5344CB8AC3E}">
        <p14:creationId xmlns:p14="http://schemas.microsoft.com/office/powerpoint/2010/main" val="1366699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22954-552B-CE90-9F8C-1A829A002B86}"/>
              </a:ext>
            </a:extLst>
          </p:cNvPr>
          <p:cNvSpPr>
            <a:spLocks noGrp="1"/>
          </p:cNvSpPr>
          <p:nvPr>
            <p:ph type="title"/>
          </p:nvPr>
        </p:nvSpPr>
        <p:spPr/>
        <p:txBody>
          <a:bodyPr/>
          <a:lstStyle/>
          <a:p>
            <a:r>
              <a:rPr lang="en-US" dirty="0"/>
              <a:t>Extrusion</a:t>
            </a:r>
            <a:endParaRPr lang="en-IN" dirty="0"/>
          </a:p>
        </p:txBody>
      </p:sp>
      <p:pic>
        <p:nvPicPr>
          <p:cNvPr id="11" name="Content Placeholder 10">
            <a:extLst>
              <a:ext uri="{FF2B5EF4-FFF2-40B4-BE49-F238E27FC236}">
                <a16:creationId xmlns:a16="http://schemas.microsoft.com/office/drawing/2014/main" id="{2A8113C6-70FF-43A3-676B-286E46EA8E14}"/>
              </a:ext>
            </a:extLst>
          </p:cNvPr>
          <p:cNvPicPr>
            <a:picLocks noGrp="1" noChangeAspect="1"/>
          </p:cNvPicPr>
          <p:nvPr>
            <p:ph idx="1"/>
          </p:nvPr>
        </p:nvPicPr>
        <p:blipFill>
          <a:blip r:embed="rId2"/>
          <a:stretch>
            <a:fillRect/>
          </a:stretch>
        </p:blipFill>
        <p:spPr>
          <a:xfrm>
            <a:off x="0" y="1790901"/>
            <a:ext cx="6770339" cy="4351338"/>
          </a:xfrm>
          <a:prstGeom prst="rect">
            <a:avLst/>
          </a:prstGeom>
        </p:spPr>
      </p:pic>
      <p:sp>
        <p:nvSpPr>
          <p:cNvPr id="12" name="TextBox 11">
            <a:extLst>
              <a:ext uri="{FF2B5EF4-FFF2-40B4-BE49-F238E27FC236}">
                <a16:creationId xmlns:a16="http://schemas.microsoft.com/office/drawing/2014/main" id="{5533EF4A-E72B-80A5-12F6-E791399BA7A2}"/>
              </a:ext>
            </a:extLst>
          </p:cNvPr>
          <p:cNvSpPr txBox="1"/>
          <p:nvPr/>
        </p:nvSpPr>
        <p:spPr>
          <a:xfrm>
            <a:off x="6933235" y="1690688"/>
            <a:ext cx="5139160"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a:t>We can extrude geometry and mesh in </a:t>
            </a:r>
            <a:r>
              <a:rPr lang="en-US" sz="2400" dirty="0" err="1"/>
              <a:t>gmsh</a:t>
            </a:r>
            <a:r>
              <a:rPr lang="en-US" sz="2400" dirty="0"/>
              <a:t> and also add number of layers.</a:t>
            </a:r>
          </a:p>
          <a:p>
            <a:pPr marL="285750" indent="-285750">
              <a:buFont typeface="Arial" panose="020B0604020202020204" pitchFamily="34" charset="0"/>
              <a:buChar char="•"/>
            </a:pPr>
            <a:r>
              <a:rPr lang="en-US" sz="2400" dirty="0"/>
              <a:t>More the number of layers, smoother will be the geometry and mesh.</a:t>
            </a:r>
          </a:p>
          <a:p>
            <a:pPr marL="285750" indent="-285750">
              <a:buFont typeface="Arial" panose="020B0604020202020204" pitchFamily="34" charset="0"/>
              <a:buChar char="•"/>
            </a:pPr>
            <a:r>
              <a:rPr lang="en-US" sz="2400" dirty="0"/>
              <a:t>There is also a recombine feature which helps to make unstructured mesh into structured mesh</a:t>
            </a:r>
            <a:endParaRPr lang="en-IN" sz="2400" dirty="0"/>
          </a:p>
        </p:txBody>
      </p:sp>
    </p:spTree>
    <p:extLst>
      <p:ext uri="{BB962C8B-B14F-4D97-AF65-F5344CB8AC3E}">
        <p14:creationId xmlns:p14="http://schemas.microsoft.com/office/powerpoint/2010/main" val="770926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3166D-1A1D-4D84-C70B-77459856CD60}"/>
              </a:ext>
            </a:extLst>
          </p:cNvPr>
          <p:cNvSpPr>
            <a:spLocks noGrp="1"/>
          </p:cNvSpPr>
          <p:nvPr>
            <p:ph type="title"/>
          </p:nvPr>
        </p:nvSpPr>
        <p:spPr/>
        <p:txBody>
          <a:bodyPr/>
          <a:lstStyle/>
          <a:p>
            <a:r>
              <a:rPr lang="en-US" dirty="0"/>
              <a:t>Defining parameters</a:t>
            </a:r>
            <a:endParaRPr lang="en-IN" dirty="0"/>
          </a:p>
        </p:txBody>
      </p:sp>
      <p:pic>
        <p:nvPicPr>
          <p:cNvPr id="5" name="Content Placeholder 4">
            <a:extLst>
              <a:ext uri="{FF2B5EF4-FFF2-40B4-BE49-F238E27FC236}">
                <a16:creationId xmlns:a16="http://schemas.microsoft.com/office/drawing/2014/main" id="{5ABCF0F2-CC2A-AD09-67EB-57AF1D597921}"/>
              </a:ext>
            </a:extLst>
          </p:cNvPr>
          <p:cNvPicPr>
            <a:picLocks noGrp="1" noChangeAspect="1"/>
          </p:cNvPicPr>
          <p:nvPr>
            <p:ph idx="1"/>
          </p:nvPr>
        </p:nvPicPr>
        <p:blipFill>
          <a:blip r:embed="rId2"/>
          <a:stretch>
            <a:fillRect/>
          </a:stretch>
        </p:blipFill>
        <p:spPr>
          <a:xfrm>
            <a:off x="465959" y="1690688"/>
            <a:ext cx="3410071" cy="1006251"/>
          </a:xfrm>
          <a:prstGeom prst="rect">
            <a:avLst/>
          </a:prstGeom>
        </p:spPr>
      </p:pic>
      <p:pic>
        <p:nvPicPr>
          <p:cNvPr id="7" name="Picture 6">
            <a:extLst>
              <a:ext uri="{FF2B5EF4-FFF2-40B4-BE49-F238E27FC236}">
                <a16:creationId xmlns:a16="http://schemas.microsoft.com/office/drawing/2014/main" id="{438C275A-A633-7A91-1524-75EB7D83438F}"/>
              </a:ext>
            </a:extLst>
          </p:cNvPr>
          <p:cNvPicPr>
            <a:picLocks noChangeAspect="1"/>
          </p:cNvPicPr>
          <p:nvPr/>
        </p:nvPicPr>
        <p:blipFill>
          <a:blip r:embed="rId3"/>
          <a:stretch>
            <a:fillRect/>
          </a:stretch>
        </p:blipFill>
        <p:spPr>
          <a:xfrm>
            <a:off x="4046300" y="1822286"/>
            <a:ext cx="8011643" cy="743054"/>
          </a:xfrm>
          <a:prstGeom prst="rect">
            <a:avLst/>
          </a:prstGeom>
        </p:spPr>
      </p:pic>
      <p:pic>
        <p:nvPicPr>
          <p:cNvPr id="9" name="Picture 8">
            <a:extLst>
              <a:ext uri="{FF2B5EF4-FFF2-40B4-BE49-F238E27FC236}">
                <a16:creationId xmlns:a16="http://schemas.microsoft.com/office/drawing/2014/main" id="{C434AA55-B9B7-1D91-0C69-E509EB017866}"/>
              </a:ext>
            </a:extLst>
          </p:cNvPr>
          <p:cNvPicPr>
            <a:picLocks noChangeAspect="1"/>
          </p:cNvPicPr>
          <p:nvPr/>
        </p:nvPicPr>
        <p:blipFill>
          <a:blip r:embed="rId4"/>
          <a:stretch>
            <a:fillRect/>
          </a:stretch>
        </p:blipFill>
        <p:spPr>
          <a:xfrm>
            <a:off x="95033" y="2879464"/>
            <a:ext cx="4135332" cy="3536066"/>
          </a:xfrm>
          <a:prstGeom prst="rect">
            <a:avLst/>
          </a:prstGeom>
        </p:spPr>
      </p:pic>
      <p:pic>
        <p:nvPicPr>
          <p:cNvPr id="11" name="Picture 10">
            <a:extLst>
              <a:ext uri="{FF2B5EF4-FFF2-40B4-BE49-F238E27FC236}">
                <a16:creationId xmlns:a16="http://schemas.microsoft.com/office/drawing/2014/main" id="{86957A27-63D6-278A-F745-6AD2511AD115}"/>
              </a:ext>
            </a:extLst>
          </p:cNvPr>
          <p:cNvPicPr>
            <a:picLocks noChangeAspect="1"/>
          </p:cNvPicPr>
          <p:nvPr/>
        </p:nvPicPr>
        <p:blipFill>
          <a:blip r:embed="rId5"/>
          <a:stretch>
            <a:fillRect/>
          </a:stretch>
        </p:blipFill>
        <p:spPr>
          <a:xfrm>
            <a:off x="5371318" y="2696938"/>
            <a:ext cx="5361605" cy="4015595"/>
          </a:xfrm>
          <a:prstGeom prst="rect">
            <a:avLst/>
          </a:prstGeom>
        </p:spPr>
      </p:pic>
    </p:spTree>
    <p:extLst>
      <p:ext uri="{BB962C8B-B14F-4D97-AF65-F5344CB8AC3E}">
        <p14:creationId xmlns:p14="http://schemas.microsoft.com/office/powerpoint/2010/main" val="3240451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F64D1-F8B2-2B4B-32CC-74CDABBA3A39}"/>
              </a:ext>
            </a:extLst>
          </p:cNvPr>
          <p:cNvSpPr>
            <a:spLocks noGrp="1"/>
          </p:cNvSpPr>
          <p:nvPr>
            <p:ph type="title"/>
          </p:nvPr>
        </p:nvSpPr>
        <p:spPr/>
        <p:txBody>
          <a:bodyPr/>
          <a:lstStyle/>
          <a:p>
            <a:r>
              <a:rPr lang="en-US" dirty="0"/>
              <a:t>How does a software knows how to </a:t>
            </a:r>
            <a:r>
              <a:rPr lang="en-US" dirty="0" err="1"/>
              <a:t>colour</a:t>
            </a:r>
            <a:endParaRPr lang="en-IN" dirty="0"/>
          </a:p>
        </p:txBody>
      </p:sp>
      <p:sp>
        <p:nvSpPr>
          <p:cNvPr id="3" name="Content Placeholder 2">
            <a:extLst>
              <a:ext uri="{FF2B5EF4-FFF2-40B4-BE49-F238E27FC236}">
                <a16:creationId xmlns:a16="http://schemas.microsoft.com/office/drawing/2014/main" id="{8245E6DE-5CC9-482B-71A5-701000B70DF8}"/>
              </a:ext>
            </a:extLst>
          </p:cNvPr>
          <p:cNvSpPr>
            <a:spLocks noGrp="1"/>
          </p:cNvSpPr>
          <p:nvPr>
            <p:ph idx="1"/>
          </p:nvPr>
        </p:nvSpPr>
        <p:spPr>
          <a:xfrm>
            <a:off x="838200" y="1825625"/>
            <a:ext cx="10515600" cy="4667250"/>
          </a:xfrm>
        </p:spPr>
        <p:txBody>
          <a:bodyPr>
            <a:normAutofit fontScale="92500" lnSpcReduction="10000"/>
          </a:bodyPr>
          <a:lstStyle/>
          <a:p>
            <a:r>
              <a:rPr lang="en-US" dirty="0"/>
              <a:t>Any FEA post –processor uses Shape Factor to decide colors for the animations</a:t>
            </a:r>
          </a:p>
          <a:p>
            <a:r>
              <a:rPr lang="en-IN" dirty="0"/>
              <a:t>It uses 1</a:t>
            </a:r>
            <a:r>
              <a:rPr lang="en-IN" baseline="30000" dirty="0"/>
              <a:t>st</a:t>
            </a:r>
            <a:r>
              <a:rPr lang="en-IN" dirty="0"/>
              <a:t> order and 2</a:t>
            </a:r>
            <a:r>
              <a:rPr lang="en-IN" baseline="30000" dirty="0"/>
              <a:t>nd</a:t>
            </a:r>
            <a:r>
              <a:rPr lang="en-IN" dirty="0"/>
              <a:t> order elements.</a:t>
            </a:r>
          </a:p>
          <a:p>
            <a:r>
              <a:rPr lang="en-IN" dirty="0"/>
              <a:t>1</a:t>
            </a:r>
            <a:r>
              <a:rPr lang="en-IN" baseline="30000" dirty="0"/>
              <a:t>st</a:t>
            </a:r>
            <a:r>
              <a:rPr lang="en-IN" dirty="0"/>
              <a:t> order uses y= </a:t>
            </a:r>
            <a:r>
              <a:rPr lang="en-IN" dirty="0" err="1"/>
              <a:t>ax</a:t>
            </a:r>
            <a:r>
              <a:rPr lang="en-IN" dirty="0"/>
              <a:t> + b</a:t>
            </a:r>
          </a:p>
          <a:p>
            <a:r>
              <a:rPr lang="en-IN" dirty="0"/>
              <a:t>2</a:t>
            </a:r>
            <a:r>
              <a:rPr lang="en-IN" baseline="30000" dirty="0"/>
              <a:t>nd</a:t>
            </a:r>
            <a:r>
              <a:rPr lang="en-IN" dirty="0"/>
              <a:t> order uses y= ax2 + </a:t>
            </a:r>
            <a:r>
              <a:rPr lang="en-IN" dirty="0" err="1"/>
              <a:t>bx</a:t>
            </a:r>
            <a:r>
              <a:rPr lang="en-IN" dirty="0"/>
              <a:t> + c</a:t>
            </a:r>
          </a:p>
          <a:p>
            <a:r>
              <a:rPr lang="en-IN" dirty="0"/>
              <a:t>2</a:t>
            </a:r>
            <a:r>
              <a:rPr lang="en-IN" baseline="30000" dirty="0"/>
              <a:t>nd</a:t>
            </a:r>
            <a:r>
              <a:rPr lang="en-IN" dirty="0"/>
              <a:t> order add another element between 2 (adding C in between A&amp;B) </a:t>
            </a:r>
          </a:p>
          <a:p>
            <a:r>
              <a:rPr lang="en-IN" dirty="0"/>
              <a:t>The software then takes 25% of the object and uses legend for adding colours</a:t>
            </a:r>
          </a:p>
          <a:p>
            <a:r>
              <a:rPr lang="en-IN" dirty="0" err="1"/>
              <a:t>Eg.</a:t>
            </a:r>
            <a:r>
              <a:rPr lang="en-IN" dirty="0"/>
              <a:t> If beam AB has A fixed and B Load then as we go towards B the beam bends, lets say that A has red (fixed) and B has blue (deforming) so at C point the software will chooses a mix colour like cyan. </a:t>
            </a:r>
          </a:p>
        </p:txBody>
      </p:sp>
    </p:spTree>
    <p:extLst>
      <p:ext uri="{BB962C8B-B14F-4D97-AF65-F5344CB8AC3E}">
        <p14:creationId xmlns:p14="http://schemas.microsoft.com/office/powerpoint/2010/main" val="4855870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511</Words>
  <Application>Microsoft Office PowerPoint</Application>
  <PresentationFormat>Widescreen</PresentationFormat>
  <Paragraphs>40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Week 1 </vt:lpstr>
      <vt:lpstr>Gmsh</vt:lpstr>
      <vt:lpstr>What Gmsh is good at</vt:lpstr>
      <vt:lpstr>We installed gmsh and started with tutorials. We were able to create geometry in gmsh and also added 2D mesh. We also changed mesh in notepad and were able to save file in .unv and .msh </vt:lpstr>
      <vt:lpstr>We can move, rotate &amp; duplicate geometry &amp; mesh in gmsh scripting </vt:lpstr>
      <vt:lpstr>Creating Lists</vt:lpstr>
      <vt:lpstr>MeshSize</vt:lpstr>
      <vt:lpstr>Extrusion</vt:lpstr>
      <vt:lpstr>Defining parameters</vt:lpstr>
      <vt:lpstr>How does a software knows how to colour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Aakash Nande</dc:creator>
  <cp:lastModifiedBy>Aakash Nande</cp:lastModifiedBy>
  <cp:revision>1</cp:revision>
  <dcterms:created xsi:type="dcterms:W3CDTF">2026-01-05T07:11:29Z</dcterms:created>
  <dcterms:modified xsi:type="dcterms:W3CDTF">2026-01-05T07:11:29Z</dcterms:modified>
</cp:coreProperties>
</file>